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EC8A8-932B-49E8-B832-ED3C9E8DEEA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CCAB8-4CEC-42DB-A362-ABD53A50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4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C64DD-AD44-2F3F-EAD0-F29863F7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1E508-BD53-ECB9-7F63-3740D099B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32513-114A-CB76-EB26-3B153547F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AEAA1-E92E-89B5-80DD-779D2A614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8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1422-5412-4303-D457-C3B7D084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C69F4-D674-4F4B-D545-26903493E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EE538-3057-123B-A41D-84C7B095A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AFEB8-AE99-0557-8504-347D76B70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6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D0A-06A6-CF15-A6ED-9F53FD618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9749B-5AFE-E3AE-74E7-0B5BC7164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A2EF7-CF04-9B94-02DD-0E1F2F00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AECE6-C32C-4088-C8E5-014CBF1DB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F5142-BC7F-474B-2449-183F6EB6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1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A47F-F4BB-4359-B3FA-9F6EEAA3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B6E5C-963E-E216-07BD-8AC17FE46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B32DF-714C-5D61-3B55-270980C98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BD67C-D83D-1BAD-B22B-924ED265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D1FA2-3D5F-4467-702D-9C858586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9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44CE-D650-2590-D2D2-2AE9270A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9D5CE-F4C4-4B14-6042-E5E4958BC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1D3AF-85FB-D87B-3090-41A108B8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30495-F28C-7592-6FC9-967E4FD4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03FA-EF76-6A8B-E4D1-B587164A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2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4878-DFB4-3367-A0F9-8D9342BE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8F88-85BC-8D61-1101-BE951CC47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54419-4DBA-A2E5-480F-47E3AC9FD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B03A2-606D-B7F9-20D6-1BB36073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7B602-9438-5533-B66F-3E145621F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16DFB-B7FE-CB6C-F44E-AD60A754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9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D078-EDC6-DBAF-8F27-158B094C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D2962-5835-EDBB-CDCD-306F74880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B8DA1-AE32-338C-9756-E2D427E7E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1DEA8E-68F7-9A89-CF1A-C514BC3EF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B0AD2-FEA4-B0D1-DAB4-73CB8C54D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7B70A-DBD8-6E95-18C6-494A9A070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E10375-07E1-961E-4066-F17300B0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97D2B1-5E5F-3C53-65CA-38F66BF7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4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847A-24E7-FF46-CBAC-34B1B0A8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728ED-D6D0-BAB9-17C5-D178ED87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345BE-F536-41E2-1A56-8D5AABA21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E000C-3328-E6EA-DB51-6946F53F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5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D3223-DD30-02FC-EE93-9B64AA96F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47823-C840-5AD8-8D15-85787BD7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0C870-9056-2A66-2F40-06BE7B39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5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49B3-85BD-D1C3-C4C2-6DFC8608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7B6B-2838-B72C-5F22-28C8414AB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7EF6D-0F0F-399C-87CE-7BDEECC61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6979D-ED6C-7EFF-2D78-7913E37D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6C43E-7BBA-CE95-1253-C6CF89EC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5A33C-4E06-4C5C-A003-D2EE0672B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0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4ED0F-0A7D-0083-DCB1-7E196A44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FBE38-513B-9F83-6750-1F368A210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5672E-EE32-15AE-F507-CF59310EA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BC68F-6E41-4125-F794-98B713DB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1E401-1DA0-E0D0-B1E7-4FFD1ED4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77F87-29B4-DF43-E3FA-4F242D0D9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D22E-F2FE-9712-90AA-420243E4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C84F1-6209-DCBF-F97F-A7379467C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CC9EA-7F5F-6948-32F0-46563340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234FD-A6DE-FF5D-116E-BA6C7F47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0BADC-68DC-A1D8-D31E-590B57AB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41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BF3924-EEF3-55FD-9225-9A8744D86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9985D-6D59-B71C-D44B-EF8CE6FEA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E0693-94C6-D803-B8C8-524ED3E7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73D6-E6BC-205E-2F1E-BAFA96E7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A91B3-238A-9EEA-BC5C-96DB1229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84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45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EC055-9A80-946C-42D4-C3C4A537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86B5E-3D88-954B-A964-A1895B401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5F81D-9DD8-CE3F-FF8A-A727B638A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83A9B-1C5E-4845-9D7B-49F5C67532F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4AA76-2E92-B7FE-53A9-4144CEFDC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1B82F-34E3-AB19-22BE-2CECC3A15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0FCEE-85F6-4C9F-BB8A-4F169527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8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343E0-D670-4608-7636-E9F77C95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4B0F341-3A34-A5CD-D958-79902F209F6D}"/>
              </a:ext>
            </a:extLst>
          </p:cNvPr>
          <p:cNvSpPr/>
          <p:nvPr/>
        </p:nvSpPr>
        <p:spPr>
          <a:xfrm>
            <a:off x="546795" y="38100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Want to Miss Out on This!</a:t>
            </a:r>
            <a:endParaRPr lang="en-US" sz="5400" dirty="0"/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D36B956C-3578-D133-ADD8-B426532DA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519" y="1461819"/>
            <a:ext cx="3352800" cy="53340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EA86434-8C1A-A61A-FE3F-40C0BE6926A8}"/>
              </a:ext>
            </a:extLst>
          </p:cNvPr>
          <p:cNvSpPr/>
          <p:nvPr/>
        </p:nvSpPr>
        <p:spPr>
          <a:xfrm>
            <a:off x="1598044" y="1471344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Name:</a:t>
            </a:r>
            <a:endParaRPr lang="en-US" sz="2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0BE5591-3016-20E8-C477-C1A0F284CD0B}"/>
              </a:ext>
            </a:extLst>
          </p:cNvPr>
          <p:cNvSpPr/>
          <p:nvPr/>
        </p:nvSpPr>
        <p:spPr>
          <a:xfrm>
            <a:off x="5358802" y="1469906"/>
            <a:ext cx="581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Products and </a:t>
            </a:r>
            <a:br>
              <a:rPr lang="en-US" sz="2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Presentations</a:t>
            </a:r>
            <a:endParaRPr lang="en-US" sz="2500" b="1" dirty="0"/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D3F6A82-1D6E-F16A-4401-20E793406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519" y="2357169"/>
            <a:ext cx="3352800" cy="53340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E3493AEA-2B81-2730-C504-6B0988268332}"/>
              </a:ext>
            </a:extLst>
          </p:cNvPr>
          <p:cNvSpPr/>
          <p:nvPr/>
        </p:nvSpPr>
        <p:spPr>
          <a:xfrm>
            <a:off x="1598044" y="2366694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25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51BE084-DF20-107E-291D-AEA46412FACA}"/>
              </a:ext>
            </a:extLst>
          </p:cNvPr>
          <p:cNvSpPr/>
          <p:nvPr/>
        </p:nvSpPr>
        <p:spPr>
          <a:xfrm>
            <a:off x="5358802" y="2365256"/>
            <a:ext cx="581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Tuesday (Income Opportunity)</a:t>
            </a:r>
            <a:b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Thursday (Training)</a:t>
            </a:r>
            <a:endParaRPr lang="en-US" sz="2500" dirty="0"/>
          </a:p>
        </p:txBody>
      </p:sp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0745C21B-2020-650C-757B-F2EE46C22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519" y="3252519"/>
            <a:ext cx="3352800" cy="53340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FCA74014-4B94-68B1-009C-F930852887BC}"/>
              </a:ext>
            </a:extLst>
          </p:cNvPr>
          <p:cNvSpPr/>
          <p:nvPr/>
        </p:nvSpPr>
        <p:spPr>
          <a:xfrm>
            <a:off x="1598044" y="3262044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25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2CDAD99-E51A-E9B5-D827-6DA0E47E3FBB}"/>
              </a:ext>
            </a:extLst>
          </p:cNvPr>
          <p:cNvSpPr/>
          <p:nvPr/>
        </p:nvSpPr>
        <p:spPr>
          <a:xfrm>
            <a:off x="5358802" y="3260606"/>
            <a:ext cx="581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 PM</a:t>
            </a:r>
            <a:endParaRPr lang="en-US" sz="2500" dirty="0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4D3A8950-A7B3-4CD3-2CD7-D5CCA6EA4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519" y="4147869"/>
            <a:ext cx="3352800" cy="53340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8832A451-6173-E44B-D3AA-F8DB91669607}"/>
              </a:ext>
            </a:extLst>
          </p:cNvPr>
          <p:cNvSpPr/>
          <p:nvPr/>
        </p:nvSpPr>
        <p:spPr>
          <a:xfrm>
            <a:off x="1598044" y="4157394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25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56F6A1B-82C5-ED3D-4FEA-7F2F477E0623}"/>
              </a:ext>
            </a:extLst>
          </p:cNvPr>
          <p:cNvSpPr/>
          <p:nvPr/>
        </p:nvSpPr>
        <p:spPr>
          <a:xfrm>
            <a:off x="5368327" y="4127382"/>
            <a:ext cx="581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reachtheapex.net/</a:t>
            </a:r>
            <a:r>
              <a:rPr lang="en-US" sz="2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your sitename</a:t>
            </a:r>
            <a:b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</a:t>
            </a:r>
            <a:r>
              <a:rPr lang="en-US" sz="2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link in navigation bar!</a:t>
            </a:r>
            <a:endParaRPr lang="en-US" sz="2500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135A9BB5-FD09-C34D-219C-C1F789346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519" y="5230257"/>
            <a:ext cx="3352800" cy="533400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E3C08BC4-3038-60BF-0915-D3689B8DD523}"/>
              </a:ext>
            </a:extLst>
          </p:cNvPr>
          <p:cNvSpPr/>
          <p:nvPr/>
        </p:nvSpPr>
        <p:spPr>
          <a:xfrm>
            <a:off x="1598044" y="5239782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25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7FAD2B7-91B2-4BC6-AAD6-C2B9E2FB6367}"/>
              </a:ext>
            </a:extLst>
          </p:cNvPr>
          <p:cNvSpPr/>
          <p:nvPr/>
        </p:nvSpPr>
        <p:spPr>
          <a:xfrm>
            <a:off x="5358801" y="5505044"/>
            <a:ext cx="62374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wants to learn how Apex Affinity Group can help them immediately create a residual income with the power of AI!</a:t>
            </a:r>
            <a:endParaRPr lang="en-US" sz="25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E056A08-CFBD-D62A-BB21-A11A97631E6B}"/>
              </a:ext>
            </a:extLst>
          </p:cNvPr>
          <p:cNvSpPr/>
          <p:nvPr/>
        </p:nvSpPr>
        <p:spPr>
          <a:xfrm>
            <a:off x="12315328" y="6516131"/>
            <a:ext cx="169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2" name="Picture 21" descr="APEX AFFINITY GROUP logo featuring a stylized star with a red and white color scheme.&#10;&#10;AI-generated content may be incorrect.">
            <a:extLst>
              <a:ext uri="{FF2B5EF4-FFF2-40B4-BE49-F238E27FC236}">
                <a16:creationId xmlns:a16="http://schemas.microsoft.com/office/drawing/2014/main" id="{3ECDB2BE-CA59-E84D-C647-EB8A12EDE8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5539956"/>
            <a:ext cx="2183875" cy="89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0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AB167-9428-4217-B6AF-CBC3AC77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59FEB0E-1879-E326-33DA-E96A16B71F74}"/>
              </a:ext>
            </a:extLst>
          </p:cNvPr>
          <p:cNvSpPr/>
          <p:nvPr/>
        </p:nvSpPr>
        <p:spPr>
          <a:xfrm>
            <a:off x="546795" y="38100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Want to Miss Out on This!</a:t>
            </a:r>
            <a:endParaRPr lang="en-US" sz="5400" dirty="0"/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08B7E86B-09B8-6F18-9282-56E6E6F9B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519" y="1461819"/>
            <a:ext cx="3352800" cy="53340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D405AD9-6C91-945A-C640-D4C58D655A7E}"/>
              </a:ext>
            </a:extLst>
          </p:cNvPr>
          <p:cNvSpPr/>
          <p:nvPr/>
        </p:nvSpPr>
        <p:spPr>
          <a:xfrm>
            <a:off x="1598044" y="1471344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Name:</a:t>
            </a:r>
            <a:endParaRPr lang="en-US" sz="2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23FEF5C-228B-0AE7-C977-F26CA72C4211}"/>
              </a:ext>
            </a:extLst>
          </p:cNvPr>
          <p:cNvSpPr/>
          <p:nvPr/>
        </p:nvSpPr>
        <p:spPr>
          <a:xfrm>
            <a:off x="5358802" y="1469906"/>
            <a:ext cx="581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Life Insurance Business </a:t>
            </a:r>
            <a:br>
              <a:rPr lang="en-US" sz="25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5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</a:t>
            </a:r>
            <a:r>
              <a:rPr lang="en-US" sz="2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Income!</a:t>
            </a:r>
            <a:endParaRPr lang="en-US" sz="2500" b="1" dirty="0"/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1A33397B-8308-7AF9-4AC1-A9EDEEB18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519" y="2357169"/>
            <a:ext cx="3352800" cy="53340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7B1D5CFF-E3EF-2BBC-697D-97E291A5E2A5}"/>
              </a:ext>
            </a:extLst>
          </p:cNvPr>
          <p:cNvSpPr/>
          <p:nvPr/>
        </p:nvSpPr>
        <p:spPr>
          <a:xfrm>
            <a:off x="1598044" y="2366694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25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8DC021C-A18A-8989-6811-7362A1BE74D6}"/>
              </a:ext>
            </a:extLst>
          </p:cNvPr>
          <p:cNvSpPr/>
          <p:nvPr/>
        </p:nvSpPr>
        <p:spPr>
          <a:xfrm>
            <a:off x="5358802" y="2365256"/>
            <a:ext cx="581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Tuesday (Income Opportunity)</a:t>
            </a:r>
            <a:b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Thursday (Training)</a:t>
            </a:r>
            <a:endParaRPr lang="en-US" sz="2500" dirty="0"/>
          </a:p>
        </p:txBody>
      </p:sp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C30A2E63-F61A-F127-56B5-4CF2C4399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519" y="3252519"/>
            <a:ext cx="3352800" cy="53340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36B0EF0A-2063-5B3D-948B-207A990948C7}"/>
              </a:ext>
            </a:extLst>
          </p:cNvPr>
          <p:cNvSpPr/>
          <p:nvPr/>
        </p:nvSpPr>
        <p:spPr>
          <a:xfrm>
            <a:off x="1598044" y="3262044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25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B9C56BD-71F4-52AD-C06A-5ABEAE4E0DE0}"/>
              </a:ext>
            </a:extLst>
          </p:cNvPr>
          <p:cNvSpPr/>
          <p:nvPr/>
        </p:nvSpPr>
        <p:spPr>
          <a:xfrm>
            <a:off x="5358802" y="3260606"/>
            <a:ext cx="581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 PM</a:t>
            </a:r>
            <a:endParaRPr lang="en-US" sz="2500" dirty="0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59C671B1-68FF-7DFB-125A-9B3770113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519" y="4147869"/>
            <a:ext cx="3352800" cy="53340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C8C5AAAA-919D-8214-8C9C-A72FEA60125A}"/>
              </a:ext>
            </a:extLst>
          </p:cNvPr>
          <p:cNvSpPr/>
          <p:nvPr/>
        </p:nvSpPr>
        <p:spPr>
          <a:xfrm>
            <a:off x="1598044" y="4157394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25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FE3C04E4-B2EF-4B35-E2CE-77DEA9622F27}"/>
              </a:ext>
            </a:extLst>
          </p:cNvPr>
          <p:cNvSpPr/>
          <p:nvPr/>
        </p:nvSpPr>
        <p:spPr>
          <a:xfrm>
            <a:off x="5368327" y="4127382"/>
            <a:ext cx="581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reachtheapex.net/</a:t>
            </a:r>
            <a:r>
              <a:rPr lang="en-US" sz="2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your sitename</a:t>
            </a:r>
            <a:b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“Live” link in navigation bar!</a:t>
            </a:r>
            <a:endParaRPr lang="en-US" sz="2500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D2C26F5A-FF4B-4A59-B8C7-9485F4D1F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519" y="5230257"/>
            <a:ext cx="3352800" cy="533400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221A7447-77CA-EC0C-176A-7EB23CD2A45A}"/>
              </a:ext>
            </a:extLst>
          </p:cNvPr>
          <p:cNvSpPr/>
          <p:nvPr/>
        </p:nvSpPr>
        <p:spPr>
          <a:xfrm>
            <a:off x="1598044" y="5239782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25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1602F77-D6C4-D48F-E730-E98D7523B4D9}"/>
              </a:ext>
            </a:extLst>
          </p:cNvPr>
          <p:cNvSpPr/>
          <p:nvPr/>
        </p:nvSpPr>
        <p:spPr>
          <a:xfrm>
            <a:off x="5358801" y="5505044"/>
            <a:ext cx="62374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life insurance agent wants to learn how the AI powered Apex Affinity Group business model will change life insurance sales forever!</a:t>
            </a:r>
            <a:endParaRPr lang="en-US" sz="25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897E4AD1-2150-2C84-B972-265EA1A58A67}"/>
              </a:ext>
            </a:extLst>
          </p:cNvPr>
          <p:cNvSpPr/>
          <p:nvPr/>
        </p:nvSpPr>
        <p:spPr>
          <a:xfrm>
            <a:off x="12315328" y="6516131"/>
            <a:ext cx="169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2" name="Picture 21" descr="APEX AFFINITY GROUP logo featuring a stylized star with a red and white color scheme.&#10;&#10;AI-generated content may be incorrect.">
            <a:extLst>
              <a:ext uri="{FF2B5EF4-FFF2-40B4-BE49-F238E27FC236}">
                <a16:creationId xmlns:a16="http://schemas.microsoft.com/office/drawing/2014/main" id="{98A5BB92-A467-EB51-5BB5-A78EC87128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5539956"/>
            <a:ext cx="2183875" cy="89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169</Words>
  <Application>Microsoft Office PowerPoint</Application>
  <PresentationFormat>Widescreen</PresentationFormat>
  <Paragraphs>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Trent Daniel</dc:creator>
  <cp:lastModifiedBy>Trent Daniel</cp:lastModifiedBy>
  <cp:revision>11</cp:revision>
  <dcterms:created xsi:type="dcterms:W3CDTF">2026-03-18T22:43:30Z</dcterms:created>
  <dcterms:modified xsi:type="dcterms:W3CDTF">2026-03-19T13:47:45Z</dcterms:modified>
</cp:coreProperties>
</file>